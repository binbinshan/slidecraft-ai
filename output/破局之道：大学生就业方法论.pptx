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4E78"/>
                </a:solidFill>
                <a:latin typeface="微软雅黑"/>
              </a:defRPr>
            </a:pPr>
            <a:r>
              <a:t>大学生就业方法论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0000"/>
                </a:solidFill>
                <a:latin typeface="微软雅黑"/>
              </a:defRPr>
            </a:pPr>
            <a:r>
              <a:t>封面页，清晰展示主题、演讲者/机构信息，奠定商务专业基调，吸引听众关注。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8"/>
                </a:solidFill>
                <a:latin typeface="微软雅黑"/>
              </a:defRPr>
            </a:pPr>
            <a:r>
              <a:t>核心方法：三步走策略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defRPr sz="1800">
                <a:solidFill>
                  <a:srgbClr val="000000"/>
                </a:solidFill>
                <a:latin typeface="微软雅黑"/>
              </a:defRPr>
            </a:pPr>
            <a:r>
              <a:t>• 要点1: 精准自我定位，基于性格、能力、兴趣测评数据明确职业方向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000000"/>
                </a:solidFill>
                <a:latin typeface="微软雅黑"/>
              </a:defRPr>
            </a:pPr>
            <a:r>
              <a:t>• 要点2: 高效信息获取，校园招聘与线上平台占成功求职渠道的85%以上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000000"/>
                </a:solidFill>
                <a:latin typeface="微软雅黑"/>
              </a:defRPr>
            </a:pPr>
            <a:r>
              <a:t>• 要点3: 系统化竞争力打造，简历优化与面试逻辑拆解提升成功率超40%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000000"/>
                </a:solidFill>
                <a:latin typeface="微软雅黑"/>
              </a:defRPr>
            </a:pPr>
            <a:r>
              <a:t>• 要点4: 三步策略形成闭环，从自我认知到实战准备实现求职全流程覆盖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000000"/>
                </a:solidFill>
                <a:latin typeface="微软雅黑"/>
              </a:defRPr>
            </a:pPr>
            <a:r>
              <a:t>• 要点5: 数据驱动决策，确保每个步骤都有明确的衡量标准和行动指南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迈向职业成功：总结与行动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2200">
                <a:solidFill>
                  <a:srgbClr val="FFFFFF"/>
                </a:solidFill>
                <a:latin typeface="微软雅黑"/>
              </a:defRPr>
            </a:pPr>
            <a:r>
              <a:t>核心结论1：系统规划与持续准备是就业成功的基石</a:t>
            </a:r>
          </a:p>
          <a:p>
            <a:pPr algn="ctr">
              <a:spcBef>
                <a:spcPts val="8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  <a:r>
              <a:t>核心结论2：主动实践与网络构建能创造关键机遇</a:t>
            </a:r>
          </a:p>
          <a:p>
            <a:pPr algn="ctr">
              <a:spcBef>
                <a:spcPts val="8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  <a:r>
              <a:t>现在就开始行动：制定你的个性化就业路线图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