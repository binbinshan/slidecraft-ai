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人工智能在教育领域的应用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关于人工智能在教育领域的应用的深入探讨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人工智能教育应用概述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智能教学系统，实现个性化学习路径</a:t>
            </a:r>
          </a:p>
          <a:p>
            <a:pPr>
              <a:spcBef>
                <a:spcPts val="1200"/>
              </a:spcBef>
              <a:defRPr sz="1800"/>
            </a:pPr>
            <a:r>
              <a:t>• 自动化评估与反馈，提升教学效率</a:t>
            </a:r>
          </a:p>
          <a:p>
            <a:pPr>
              <a:spcBef>
                <a:spcPts val="1200"/>
              </a:spcBef>
              <a:defRPr sz="1800"/>
            </a:pPr>
            <a:r>
              <a:t>• 虚拟助教与智能答疑，随时辅助学习</a:t>
            </a:r>
          </a:p>
          <a:p>
            <a:pPr>
              <a:spcBef>
                <a:spcPts val="1200"/>
              </a:spcBef>
              <a:defRPr sz="1800"/>
            </a:pPr>
            <a:r>
              <a:t>• 学习数据分析，优化教学策略设计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核心应用场景与案例分析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智能教学助手，实现个性化学习路径</a:t>
            </a:r>
          </a:p>
          <a:p>
            <a:pPr>
              <a:spcBef>
                <a:spcPts val="1200"/>
              </a:spcBef>
              <a:defRPr sz="1800"/>
            </a:pPr>
            <a:r>
              <a:t>• AI作业批改，提升教师工作效率</a:t>
            </a:r>
          </a:p>
          <a:p>
            <a:pPr>
              <a:spcBef>
                <a:spcPts val="1200"/>
              </a:spcBef>
              <a:defRPr sz="1800"/>
            </a:pPr>
            <a:r>
              <a:t>• 虚拟仿真实验，打造沉浸式学习环境</a:t>
            </a:r>
          </a:p>
          <a:p>
            <a:pPr>
              <a:spcBef>
                <a:spcPts val="1200"/>
              </a:spcBef>
              <a:defRPr sz="1800"/>
            </a:pPr>
            <a:r>
              <a:t>• 学情智能分析，精准定位知识薄弱点</a:t>
            </a:r>
          </a:p>
          <a:p>
            <a:pPr>
              <a:spcBef>
                <a:spcPts val="1200"/>
              </a:spcBef>
              <a:defRPr sz="1800"/>
            </a:pPr>
            <a:r>
              <a:t>• 智能口语陪练，助力语言能力提升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面临的挑战与未来展望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数据隐私与伦理问题亟待规范</a:t>
            </a:r>
          </a:p>
          <a:p>
            <a:pPr>
              <a:spcBef>
                <a:spcPts val="1200"/>
              </a:spcBef>
              <a:defRPr sz="1800"/>
            </a:pPr>
            <a:r>
              <a:t>• 技术成本与教育资源不均衡</a:t>
            </a:r>
          </a:p>
          <a:p>
            <a:pPr>
              <a:spcBef>
                <a:spcPts val="1200"/>
              </a:spcBef>
              <a:defRPr sz="1800"/>
            </a:pPr>
            <a:r>
              <a:t>• 教师角色转型与技能提升需求</a:t>
            </a:r>
          </a:p>
          <a:p>
            <a:pPr>
              <a:spcBef>
                <a:spcPts val="1200"/>
              </a:spcBef>
              <a:defRPr sz="1800"/>
            </a:pPr>
            <a:r>
              <a:t>• 人机协作教学模式尚待探索</a:t>
            </a:r>
          </a:p>
          <a:p>
            <a:pPr>
              <a:spcBef>
                <a:spcPts val="1200"/>
              </a:spcBef>
              <a:defRPr sz="1800"/>
            </a:pPr>
            <a:r>
              <a:t>• 个性化与规模化教育难以兼顾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总结与致谢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